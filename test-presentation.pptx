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1" Type="http://schemas.openxmlformats.org/officeDocument/2006/relationships/officeDocument" Target="ppt/presentation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101" d="100"/>
          <a:sy n="101" d="100"/>
        </p:scale>
        <p:origin x="-1112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presProps" Target="presProps.xml" /><Relationship Id="rId21" Type="http://schemas.openxmlformats.org/officeDocument/2006/relationships/viewProps" Target="viewProps.xml" /><Relationship Id="rId22" Type="http://schemas.openxmlformats.org/officeDocument/2006/relationships/theme" Target="theme/theme1.xml" /><Relationship Id="rId23" Type="http://schemas.openxmlformats.org/officeDocument/2006/relationships/tableStyles" Target="tableStyle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OpenClaw</a:t>
            </a:r>
            <a:r>
              <a:rPr/>
              <a:t> </a:t>
            </a:r>
            <a:r>
              <a:rPr/>
              <a:t>能力优化报告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搜索/PPT/PDF</a:t>
            </a:r>
            <a:r>
              <a:rPr/>
              <a:t> </a:t>
            </a:r>
            <a:r>
              <a:rPr/>
              <a:t>能力提升方案</a:t>
            </a:r>
            <a:br/>
            <a:br/>
            <a:r>
              <a:rPr/>
              <a:t>强国小马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2026-04-26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目录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搜索能力优化</a:t>
            </a:r>
          </a:p>
          <a:p>
            <a:pPr lvl="1">
              <a:buAutoNum type="arabicPeriod"/>
            </a:pPr>
            <a:r>
              <a:rPr/>
              <a:t>PPT</a:t>
            </a:r>
            <a:r>
              <a:rPr/>
              <a:t> </a:t>
            </a:r>
            <a:r>
              <a:rPr/>
              <a:t>生成能力</a:t>
            </a:r>
          </a:p>
          <a:p>
            <a:pPr lvl="1">
              <a:buAutoNum type="arabicPeriod"/>
            </a:pPr>
            <a:r>
              <a:rPr/>
              <a:t>PDF</a:t>
            </a:r>
            <a:r>
              <a:rPr/>
              <a:t> </a:t>
            </a:r>
            <a:r>
              <a:rPr/>
              <a:t>处理能力</a:t>
            </a:r>
          </a:p>
          <a:p>
            <a:pPr lvl="1">
              <a:buAutoNum type="arabicPeriod"/>
            </a:pPr>
            <a:r>
              <a:rPr/>
              <a:t>工作流整合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搜索能力优化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当前状态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web_fetch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网页抓取</a:t>
            </a:r>
          </a:p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browser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浏览器自动化</a:t>
            </a:r>
          </a:p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searxng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隐私搜索</a:t>
            </a:r>
          </a:p>
          <a:p>
            <a:pPr lvl="1"/>
            <a:r>
              <a:rPr/>
              <a:t>⚠️</a:t>
            </a:r>
            <a:r>
              <a:rPr/>
              <a:t> </a:t>
            </a:r>
            <a:r>
              <a:rPr/>
              <a:t>Brave</a:t>
            </a:r>
            <a:r>
              <a:rPr/>
              <a:t> </a:t>
            </a:r>
            <a:r>
              <a:rPr/>
              <a:t>Search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需</a:t>
            </a:r>
            <a:r>
              <a:rPr/>
              <a:t> </a:t>
            </a:r>
            <a:r>
              <a:rPr/>
              <a:t>API</a:t>
            </a:r>
            <a:r>
              <a:rPr/>
              <a:t> </a:t>
            </a:r>
            <a:r>
              <a:rPr/>
              <a:t>Key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优化方案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使用</a:t>
            </a:r>
            <a:r>
              <a:rPr/>
              <a:t> </a:t>
            </a:r>
            <a:r>
              <a:rPr/>
              <a:t>searxng</a:t>
            </a:r>
            <a:r>
              <a:rPr/>
              <a:t> </a:t>
            </a:r>
            <a:r>
              <a:rPr/>
              <a:t>作为默认搜索引擎</a:t>
            </a:r>
          </a:p>
          <a:p>
            <a:pPr lvl="1"/>
            <a:r>
              <a:rPr/>
              <a:t>配置</a:t>
            </a:r>
            <a:r>
              <a:rPr/>
              <a:t> </a:t>
            </a:r>
            <a:r>
              <a:rPr/>
              <a:t>Bing</a:t>
            </a:r>
            <a:r>
              <a:rPr/>
              <a:t> </a:t>
            </a:r>
            <a:r>
              <a:rPr/>
              <a:t>API</a:t>
            </a:r>
            <a:r>
              <a:rPr/>
              <a:t> </a:t>
            </a:r>
            <a:r>
              <a:rPr/>
              <a:t>作为备选</a:t>
            </a:r>
          </a:p>
          <a:p>
            <a:pPr lvl="1"/>
            <a:r>
              <a:rPr/>
              <a:t>结合</a:t>
            </a:r>
            <a:r>
              <a:rPr/>
              <a:t> </a:t>
            </a:r>
            <a:r>
              <a:rPr/>
              <a:t>browser</a:t>
            </a:r>
            <a:r>
              <a:rPr/>
              <a:t> </a:t>
            </a:r>
            <a:r>
              <a:rPr/>
              <a:t>工具深度抓取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PPT</a:t>
            </a:r>
            <a:r>
              <a:rPr/>
              <a:t> </a:t>
            </a:r>
            <a:r>
              <a:rPr/>
              <a:t>生成能力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已安装工具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Pandoc</a:t>
            </a:r>
            <a:r>
              <a:rPr/>
              <a:t> </a:t>
            </a:r>
            <a:r>
              <a:rPr/>
              <a:t>v2.0.6</a:t>
            </a:r>
          </a:p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ppt-generator</a:t>
            </a:r>
            <a:r>
              <a:rPr/>
              <a:t> </a:t>
            </a:r>
            <a:r>
              <a:rPr/>
              <a:t>技能</a:t>
            </a:r>
          </a:p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cn-ppt-outline-writer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工作流程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文案撰稿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Markdown</a:t>
            </a:r>
            <a:r>
              <a:rPr/>
              <a:t> </a:t>
            </a:r>
            <a:r>
              <a:rPr/>
              <a:t>大纲</a:t>
            </a:r>
          </a:p>
          <a:p>
            <a:pPr lvl="1">
              <a:buAutoNum type="arabicPeriod"/>
            </a:pPr>
            <a:r>
              <a:rPr/>
              <a:t>ppt-generator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HTML/PPTX</a:t>
            </a:r>
          </a:p>
          <a:p>
            <a:pPr lvl="1">
              <a:buAutoNum type="arabicPeriod"/>
            </a:pPr>
            <a:r>
              <a:rPr/>
              <a:t>平面设计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配图生成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PDF</a:t>
            </a:r>
            <a:r>
              <a:rPr/>
              <a:t> </a:t>
            </a:r>
            <a:r>
              <a:rPr/>
              <a:t>处理能力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已安装工具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Pandoc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Markdown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PDF</a:t>
            </a:r>
          </a:p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pdf-generator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PDF</a:t>
            </a:r>
            <a:r>
              <a:rPr/>
              <a:t> </a:t>
            </a:r>
            <a:r>
              <a:rPr/>
              <a:t>创建</a:t>
            </a:r>
          </a:p>
          <a:p>
            <a:pPr lvl="1"/>
            <a:r>
              <a:rPr/>
              <a:t>✅</a:t>
            </a:r>
            <a:r>
              <a:rPr/>
              <a:t> </a:t>
            </a:r>
            <a:r>
              <a:rPr/>
              <a:t>minimax-pdf-pro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智能处理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功能矩阵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029388" cy="3644152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工具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创建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pdf-generator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转换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Pandoc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阅读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read</a:t>
                      </a:r>
                      <a:r>
                        <a:rPr/>
                        <a:t> </a:t>
                      </a:r>
                      <a:r>
                        <a:rPr/>
                        <a:t>工具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网页→PDF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browser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工作流整合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完整示例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市场调研报告</a:t>
            </a:r>
            <a:r>
              <a:rPr/>
              <a:t>:</a:t>
            </a:r>
          </a:p>
          <a:p>
            <a:pPr lvl="1">
              <a:buAutoNum type="arabicPeriod"/>
            </a:pPr>
            <a:r>
              <a:rPr/>
              <a:t>研究分析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searxng</a:t>
            </a:r>
            <a:r>
              <a:rPr/>
              <a:t> </a:t>
            </a:r>
            <a:r>
              <a:rPr/>
              <a:t>搜索</a:t>
            </a:r>
          </a:p>
          <a:p>
            <a:pPr lvl="1">
              <a:buAutoNum type="arabicPeriod"/>
            </a:pPr>
            <a:r>
              <a:rPr/>
              <a:t>文案撰稿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整理报告</a:t>
            </a:r>
          </a:p>
          <a:p>
            <a:pPr lvl="1">
              <a:buAutoNum type="arabicPeriod"/>
            </a:pPr>
            <a:r>
              <a:rPr/>
              <a:t>ppt-generator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PPT</a:t>
            </a:r>
            <a:r>
              <a:rPr/>
              <a:t> </a:t>
            </a:r>
            <a:r>
              <a:rPr/>
              <a:t>版本</a:t>
            </a:r>
          </a:p>
          <a:p>
            <a:pPr lvl="1">
              <a:buAutoNum type="arabicPeriod"/>
            </a:pPr>
            <a:r>
              <a:rPr/>
              <a:t>pdf-generator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PDF</a:t>
            </a:r>
            <a:r>
              <a:rPr/>
              <a:t> </a:t>
            </a:r>
            <a:r>
              <a:rPr/>
              <a:t>版本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测试</a:t>
            </a:r>
            <a:r>
              <a:rPr/>
              <a:t> </a:t>
            </a:r>
            <a:r>
              <a:rPr/>
              <a:t>ppt-generator</a:t>
            </a:r>
            <a:r>
              <a:rPr/>
              <a:t> </a:t>
            </a:r>
            <a:r>
              <a:rPr/>
              <a:t>输出</a:t>
            </a:r>
          </a:p>
          <a:p>
            <a:pPr lvl="1"/>
            <a:r>
              <a:rPr/>
              <a:t>创建</a:t>
            </a:r>
            <a:r>
              <a:rPr/>
              <a:t> </a:t>
            </a:r>
            <a:r>
              <a:rPr/>
              <a:t>PPT</a:t>
            </a:r>
            <a:r>
              <a:rPr/>
              <a:t> </a:t>
            </a:r>
            <a:r>
              <a:rPr/>
              <a:t>模板库</a:t>
            </a:r>
          </a:p>
          <a:p>
            <a:pPr lvl="1"/>
            <a:r>
              <a:rPr/>
              <a:t>配置</a:t>
            </a:r>
            <a:r>
              <a:rPr/>
              <a:t> </a:t>
            </a:r>
            <a:r>
              <a:rPr/>
              <a:t>Bing</a:t>
            </a:r>
            <a:r>
              <a:rPr/>
              <a:t> </a:t>
            </a:r>
            <a:r>
              <a:rPr/>
              <a:t>API</a:t>
            </a:r>
            <a:r>
              <a:rPr/>
              <a:t> </a:t>
            </a:r>
            <a:r>
              <a:rPr/>
              <a:t>(可选)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谢谢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Q&amp;A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联系方式：钉钉</a:t>
            </a:r>
            <a:r>
              <a:rPr/>
              <a:t> 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Macintosh PowerPoint</Application>
  <PresentationFormat>On-screen Show 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Title</vt:lpstr>
      <vt:lpstr>Slide Title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1</cp:revision>
  <dcterms:created xsi:type="dcterms:W3CDTF">2017-06-05T14:10:58Z</dcterms:created>
  <dcterms:modified xsi:type="dcterms:W3CDTF">2017-06-05T14:12:07Z</dcterms:modified>
</cp:coreProperties>
</file>