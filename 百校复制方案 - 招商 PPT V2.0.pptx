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高校思政 VR 百校复制方案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全国首个高校思政 VR 轻资产运营标杆项目</a:t>
            </a:r>
          </a:p>
          <a:p/>
          <a:p>
            <a:r>
              <a:t>版本号：V2.0</a:t>
            </a:r>
          </a:p>
          <a:p>
            <a:r>
              <a:t>编制日期：2026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政策风口与市场机会</a:t>
            </a:r>
          </a:p>
          <a:p>
            <a:pPr>
              <a:defRPr sz="1800"/>
            </a:pPr>
            <a:r>
              <a:t>2. 桂林学院案例展示</a:t>
            </a:r>
          </a:p>
          <a:p>
            <a:pPr>
              <a:defRPr sz="1800"/>
            </a:pPr>
            <a:r>
              <a:t>3. 三档方案介绍</a:t>
            </a:r>
          </a:p>
          <a:p>
            <a:pPr>
              <a:defRPr sz="1800"/>
            </a:pPr>
            <a:r>
              <a:t>4. 课程体系与教材对标</a:t>
            </a:r>
          </a:p>
          <a:p>
            <a:pPr>
              <a:defRPr sz="1800"/>
            </a:pPr>
            <a:r>
              <a:t>5. 四阶教学闭环</a:t>
            </a:r>
          </a:p>
          <a:p>
            <a:pPr>
              <a:defRPr sz="1800"/>
            </a:pPr>
            <a:r>
              <a:t>6. 投资回报分析</a:t>
            </a:r>
          </a:p>
          <a:p>
            <a:pPr>
              <a:defRPr sz="1800"/>
            </a:pPr>
            <a:r>
              <a:t>7. 竞品分析与差异化</a:t>
            </a:r>
          </a:p>
          <a:p>
            <a:pPr>
              <a:defRPr sz="1800"/>
            </a:pPr>
            <a:r>
              <a:t>8. Demo 演示方案</a:t>
            </a:r>
          </a:p>
          <a:p>
            <a:pPr>
              <a:defRPr sz="1800"/>
            </a:pPr>
            <a:r>
              <a:t>9. 百校复制计划</a:t>
            </a:r>
          </a:p>
          <a:p>
            <a:pPr>
              <a:defRPr sz="1800"/>
            </a:pPr>
            <a:r>
              <a:t>10. 合作流程与时间线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政策风口：国家战略强力支持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✅ 教育部《全面推进"大思政课"建设的工作方案》</a:t>
            </a:r>
          </a:p>
          <a:p>
            <a:pPr>
              <a:defRPr sz="1800"/>
            </a:pPr>
            <a:r>
              <a:t>   • 明确提出"善用信息化手段，建设智能化思政教育平台"</a:t>
            </a:r>
          </a:p>
          <a:p>
            <a:pPr>
              <a:defRPr sz="1800"/>
            </a:pPr>
            <a:r>
              <a:t>   • 鼓励"虚拟仿真技术在思政教学中的应用"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工信部等五部门《虚拟现实与行业应用融合发展行动计划》</a:t>
            </a:r>
          </a:p>
          <a:p>
            <a:pPr>
              <a:defRPr sz="1800"/>
            </a:pPr>
            <a:r>
              <a:t>   • 将"虚拟现实 + 教育"列为重点应用领域</a:t>
            </a:r>
          </a:p>
          <a:p>
            <a:pPr>
              <a:defRPr sz="1800"/>
            </a:pPr>
            <a:r>
              <a:t>   • 2022-2026 年重点支持期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《关于深化新时代学校思想政治理论课改革创新的若干意见》</a:t>
            </a:r>
          </a:p>
          <a:p>
            <a:pPr>
              <a:defRPr sz="1800"/>
            </a:pPr>
            <a:r>
              <a:t>   • 推动红色资源数字化、可视化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市场机会：百亿级蓝海市场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🎯 目标市场：全国普通高校约 3000 所</a:t>
            </a:r>
          </a:p>
          <a:p>
            <a:pPr>
              <a:defRPr sz="1800"/>
            </a:pPr>
            <a:r>
              <a:t>📈 渗透空间：目前 VR 思政渗透率&lt;1%，增长空间巨大</a:t>
            </a:r>
          </a:p>
          <a:p>
            <a:pPr>
              <a:defRPr sz="1800"/>
            </a:pPr>
            <a:r>
              <a:t>🎯 3 年目标：覆盖 100 所高校（3.3% 渗透率）</a:t>
            </a:r>
          </a:p>
          <a:p>
            <a:pPr>
              <a:defRPr sz="1800"/>
            </a:pPr>
            <a:r>
              <a:t>💰 单校价值：100-500 万元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市场规模：</a:t>
            </a:r>
          </a:p>
          <a:p>
            <a:pPr>
              <a:defRPr sz="1800"/>
            </a:pPr>
            <a:r>
              <a:t>   • 3 年可触达：1.09 亿元（设备 + 订阅）</a:t>
            </a:r>
          </a:p>
          <a:p>
            <a:pPr>
              <a:defRPr sz="1800"/>
            </a:pPr>
            <a:r>
              <a:t>   • 长期潜力：30-150 亿元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桂林学院：首个标杆项目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📍 合作院校：桂林学院</a:t>
            </a:r>
          </a:p>
          <a:p>
            <a:pPr>
              <a:defRPr sz="1800"/>
            </a:pPr>
            <a:r>
              <a:t>📅 运营时间：2025 年 12 月正式运营</a:t>
            </a:r>
          </a:p>
          <a:p>
            <a:pPr>
              <a:defRPr sz="1800"/>
            </a:pPr>
            <a:r>
              <a:t>💰 投资金额：100 万元（设备销售）</a:t>
            </a:r>
          </a:p>
          <a:p>
            <a:pPr>
              <a:defRPr sz="1800"/>
            </a:pPr>
            <a:r>
              <a:t>🎧 设备规模：20 台 VR 一体机</a:t>
            </a:r>
          </a:p>
          <a:p>
            <a:pPr>
              <a:defRPr sz="1800"/>
            </a:pPr>
            <a:r>
              <a:t>🏠 场地面积：80 平方米 VR 实训室</a:t>
            </a:r>
          </a:p>
          <a:p>
            <a:pPr>
              <a:defRPr sz="1800"/>
            </a:pPr>
            <a:r>
              <a:t>👥 服务师生：年均 3000+ 人次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📈 订阅模式：第二年起 15 万元/年（内容更新 + 运维）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教学效果：数据说话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030"/>
                <a:gridCol w="2688030"/>
                <a:gridCol w="2688030"/>
                <a:gridCol w="2688030"/>
              </a:tblGrid>
              <a:tr h="60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评估维度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传统教学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VR 教学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提升幅度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学习兴趣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+41.5%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知识掌握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+22.2%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课堂参与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+62.1%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记忆留存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+73.3%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课程满意度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+28.0%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商业模式：设备销售 + 内容订阅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📊 首年（设备销售）：</a:t>
            </a:r>
          </a:p>
          <a:p>
            <a:pPr>
              <a:defRPr sz="1800"/>
            </a:pPr>
            <a:r>
              <a:t>   • 100 万元一次性收入（硬件 + 软件 + 内容打包）</a:t>
            </a:r>
          </a:p>
          <a:p>
            <a:pPr>
              <a:defRPr sz="1800"/>
            </a:pPr>
            <a:r>
              <a:t>   • 毛利约 40 万元（40%）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📈 第二年起（内容订阅）：</a:t>
            </a:r>
          </a:p>
          <a:p>
            <a:pPr>
              <a:defRPr sz="1800"/>
            </a:pPr>
            <a:r>
              <a:t>   • 15 万元/年（设备额的 15%）</a:t>
            </a:r>
          </a:p>
          <a:p>
            <a:pPr>
              <a:defRPr sz="1800"/>
            </a:pPr>
            <a:r>
              <a:t>   • 包含：课程更新 + 平台维护 + 运营服务</a:t>
            </a:r>
          </a:p>
          <a:p>
            <a:pPr>
              <a:defRPr sz="1800"/>
            </a:pPr>
            <a:r>
              <a:t>   • 毛利约 12 万元/年（80%）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📋 合同期限：3 年（含排他条款）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三档合作方案：灵活选择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424"/>
                <a:gridCol w="2150424"/>
                <a:gridCol w="2150424"/>
                <a:gridCol w="2150424"/>
                <a:gridCol w="2150424"/>
              </a:tblGrid>
              <a:tr h="90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首年投资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VR 设备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订阅费/年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适合院校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📦 标配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普通本科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🚀 高配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 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重点马院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👑 顶配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双一流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📦 标配方案：100 万元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适用对象：首次尝试 VR 思政教育的院校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配置清单：</a:t>
            </a:r>
          </a:p>
          <a:p>
            <a:pPr>
              <a:defRPr sz="1800"/>
            </a:pPr>
            <a:r>
              <a:t>   • 20 台 VR 一体机（PICO 4 Enterprise）</a:t>
            </a:r>
          </a:p>
          <a:p>
            <a:pPr>
              <a:defRPr sz="1800"/>
            </a:pPr>
            <a:r>
              <a:t>   • 12 门标准课程（对标《纲要》教材）</a:t>
            </a:r>
          </a:p>
          <a:p>
            <a:pPr>
              <a:defRPr sz="1800"/>
            </a:pPr>
            <a:r>
              <a:t>   • 80㎡VR 实训室设计</a:t>
            </a:r>
          </a:p>
          <a:p>
            <a:pPr>
              <a:defRPr sz="1800"/>
            </a:pPr>
            <a:r>
              <a:t>   • 2 天师资培训</a:t>
            </a:r>
          </a:p>
          <a:p>
            <a:pPr>
              <a:defRPr sz="1800"/>
            </a:pPr>
            <a:r>
              <a:t>   • 3 个月运营指导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交付周期：合同签订后 30 天</a:t>
            </a:r>
          </a:p>
          <a:p>
            <a:pPr>
              <a:defRPr sz="1800"/>
            </a:pPr>
            <a:r>
              <a:t>订阅服务：第二年起 15 万元/年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高配方案：200 万元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适用对象：重点马院、省级示范院校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配置清单：</a:t>
            </a:r>
          </a:p>
          <a:p>
            <a:pPr>
              <a:defRPr sz="1800"/>
            </a:pPr>
            <a:r>
              <a:t>   • 40 台 VR 一体机</a:t>
            </a:r>
          </a:p>
          <a:p>
            <a:pPr>
              <a:defRPr sz="1800"/>
            </a:pPr>
            <a:r>
              <a:t>   • 20 门课程 + 2 门校本定制</a:t>
            </a:r>
          </a:p>
          <a:p>
            <a:pPr>
              <a:defRPr sz="1800"/>
            </a:pPr>
            <a:r>
              <a:t>   • 150㎡VR 实训中心设计</a:t>
            </a:r>
          </a:p>
          <a:p>
            <a:pPr>
              <a:defRPr sz="1800"/>
            </a:pPr>
            <a:r>
              <a:t>   • 5 天师资培训 + 实训</a:t>
            </a:r>
          </a:p>
          <a:p>
            <a:pPr>
              <a:defRPr sz="1800"/>
            </a:pPr>
            <a:r>
              <a:t>   • 6 个月驻校运营支持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交付周期：合同签订后 45 天</a:t>
            </a:r>
          </a:p>
          <a:p>
            <a:pPr>
              <a:defRPr sz="1800"/>
            </a:pPr>
            <a:r>
              <a:t>订阅服务：第二年起 30 万元/年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👑 顶配方案：500 万元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适用对象：双一流高校、省级思政中心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配置清单：</a:t>
            </a:r>
          </a:p>
          <a:p>
            <a:pPr>
              <a:defRPr sz="1800"/>
            </a:pPr>
            <a:r>
              <a:t>   • 100 台 VR 一体机</a:t>
            </a:r>
          </a:p>
          <a:p>
            <a:pPr>
              <a:defRPr sz="1800"/>
            </a:pPr>
            <a:r>
              <a:t>   • 30 门课程 + 5 门深度定制</a:t>
            </a:r>
          </a:p>
          <a:p>
            <a:pPr>
              <a:defRPr sz="1800"/>
            </a:pPr>
            <a:r>
              <a:t>   • 300㎡VR 思政中心设计</a:t>
            </a:r>
          </a:p>
          <a:p>
            <a:pPr>
              <a:defRPr sz="1800"/>
            </a:pPr>
            <a:r>
              <a:t>   • 10 天系统培训</a:t>
            </a:r>
          </a:p>
          <a:p>
            <a:pPr>
              <a:defRPr sz="1800"/>
            </a:pPr>
            <a:r>
              <a:t>   • 12 个月驻校运营支持</a:t>
            </a:r>
          </a:p>
          <a:p>
            <a:pPr>
              <a:defRPr sz="1800"/>
            </a:pPr>
            <a:r>
              <a:t>   • 省级标杆申报支持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交付周期：合同签订后 60 天</a:t>
            </a:r>
          </a:p>
          <a:p>
            <a:pPr>
              <a:defRPr sz="1800"/>
            </a:pPr>
            <a:r>
              <a:t>订阅服务：第二年起 75 万元/年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课程体系与《纲要》教材对标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40"/>
                <a:gridCol w="3584040"/>
                <a:gridCol w="3584040"/>
              </a:tblGrid>
              <a:tr h="60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VR 课程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对应教材章节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教材页码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《长征路上的抉择》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第五章 中国革命的新道路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P134-135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《遵义会议》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第五章 中国革命的新道路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P134-135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《开国大典》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第七章 为新中国而奋斗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待确认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《改革开放春潮》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第八章 社会主义建设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待确认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《脱贫攻坚》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第十一章 新时代中国特色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待确认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四阶教学闭环设计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40"/>
                <a:gridCol w="3584040"/>
                <a:gridCol w="3584040"/>
              </a:tblGrid>
              <a:tr h="72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教学内容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技术支撑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课前导学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微课视频 + 任务卡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云平台推送预习资料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课中沉浸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人分组 VR 体验任务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全感协同交互 + 数据采集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课后复盘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生成决策力报告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数据可视化平台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社会实践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VR 勋章兑换研学资格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数字 - 实景联名认证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学习数据追踪与师资培训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📊 学习数据追踪：</a:t>
            </a:r>
          </a:p>
          <a:p>
            <a:pPr>
              <a:defRPr sz="1800"/>
            </a:pPr>
            <a:r>
              <a:t>   • 体验时长、互动次数、答题正确率</a:t>
            </a:r>
          </a:p>
          <a:p>
            <a:pPr>
              <a:defRPr sz="1800"/>
            </a:pPr>
            <a:r>
              <a:t>   • 团队协作效率、决策路径</a:t>
            </a:r>
          </a:p>
          <a:p>
            <a:pPr>
              <a:defRPr sz="1800"/>
            </a:pPr>
            <a:r>
              <a:t>   • 生成个性化学习报告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👨‍🏫 师资培训认证：</a:t>
            </a:r>
          </a:p>
          <a:p>
            <a:pPr>
              <a:defRPr sz="1800"/>
            </a:pPr>
            <a:r>
              <a:t>   • 种子教师计划：每校培养 2-3 名认证讲师</a:t>
            </a:r>
          </a:p>
          <a:p>
            <a:pPr>
              <a:defRPr sz="1800"/>
            </a:pPr>
            <a:r>
              <a:t>   • 认证培训：5-10 天系统培训</a:t>
            </a:r>
          </a:p>
          <a:p>
            <a:pPr>
              <a:defRPr sz="1800"/>
            </a:pPr>
            <a:r>
              <a:t>   • 教师共创社区：线上互助 + 积分奖励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三年收入预测（100 校目标）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424"/>
                <a:gridCol w="2150424"/>
                <a:gridCol w="2150424"/>
                <a:gridCol w="2150424"/>
                <a:gridCol w="2150424"/>
              </a:tblGrid>
              <a:tr h="90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新增院校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设备销售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订阅收入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总收入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 万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4150 万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5750 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竞品分析：差异化定位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40"/>
                <a:gridCol w="3584040"/>
                <a:gridCol w="3584040"/>
              </a:tblGrid>
              <a:tr h="514285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曼恒（高端）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我们（轻资产）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技术类型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LBE 大空间（行走式）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VR 一体机（定点式）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场地要求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≥200㎡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80-300㎡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投资门槛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 万+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100-500 万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部署周期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60-90 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30-45 天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运维复杂度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专业团队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名管理员即可</a:t>
                      </a:r>
                    </a:p>
                  </a:txBody>
                  <a:tcPr/>
                </a:tc>
              </a:tr>
              <a:tr h="514290">
                <a:tc>
                  <a:txBody>
                    <a:bodyPr/>
                    <a:lstStyle/>
                    <a:p>
                      <a:r>
                        <a:t>核心优势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技术壁垒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快速复制 + 教材对标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演示方案：3-5 分钟销售标配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🎬 Demo 战略价值：</a:t>
            </a:r>
          </a:p>
          <a:p>
            <a:pPr>
              <a:defRPr sz="1800"/>
            </a:pPr>
            <a:r>
              <a:t>   • 首次拜访：直观展示 VR 效果</a:t>
            </a:r>
          </a:p>
          <a:p>
            <a:pPr>
              <a:defRPr sz="1800"/>
            </a:pPr>
            <a:r>
              <a:t>   • 招标比稿：差异化呈现</a:t>
            </a:r>
          </a:p>
          <a:p>
            <a:pPr>
              <a:defRPr sz="1800"/>
            </a:pPr>
            <a:r>
              <a:t>   • 预算审批：实证视频增强信心</a:t>
            </a:r>
          </a:p>
          <a:p>
            <a:pPr>
              <a:defRPr sz="1800"/>
            </a:pPr>
            <a:r>
              <a:t>   • 教师培训：展示操作流程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📹 制作计划：</a:t>
            </a:r>
          </a:p>
          <a:p>
            <a:pPr>
              <a:defRPr sz="1800"/>
            </a:pPr>
            <a:r>
              <a:t>   • 快速版（1-2 周）：预算 1-2 万</a:t>
            </a:r>
          </a:p>
          <a:p>
            <a:pPr>
              <a:defRPr sz="1800"/>
            </a:pPr>
            <a:r>
              <a:t>   • 专业版（3-4 周）：预算 5-8 万</a:t>
            </a:r>
          </a:p>
          <a:p>
            <a:pPr>
              <a:defRPr sz="1800"/>
            </a:pPr>
            <a:r>
              <a:t>   • 旗舰版（6-8 周）：预算 15-20 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内容结构（300 秒）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40"/>
                <a:gridCol w="3584040"/>
                <a:gridCol w="3584040"/>
              </a:tblGrid>
              <a:tr h="60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时间段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0-30 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开场：政策 + 痛点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引起共鸣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30-90 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产品亮相：桂林学院实景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建立信任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90-180 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核心体验：VR 课程片段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展示效果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180-240 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学生反馈 + 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验证效果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240-300 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合作方案 + 联系方式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促成行动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区域布局：六大区全覆盖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030"/>
                <a:gridCol w="2688030"/>
                <a:gridCol w="2688030"/>
                <a:gridCol w="2688030"/>
              </a:tblGrid>
              <a:tr h="514285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大区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覆盖省份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目标院校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华东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江浙沪皖鲁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★★★★★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华北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京津冀晋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★★★★★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华南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粤桂琼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华中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鄂湘豫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西南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川渝云贵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</a:t>
                      </a:r>
                    </a:p>
                  </a:txBody>
                  <a:tcPr/>
                </a:tc>
              </a:tr>
              <a:tr h="514290">
                <a:tc>
                  <a:txBody>
                    <a:bodyPr/>
                    <a:lstStyle/>
                    <a:p>
                      <a:r>
                        <a:t>西北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陕甘新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合作流程：7 步走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意向沟通（1 周）</a:t>
            </a:r>
          </a:p>
          <a:p>
            <a:pPr>
              <a:defRPr sz="1800"/>
            </a:pPr>
            <a:r>
              <a:t>2. 方案定制（2 周）</a:t>
            </a:r>
          </a:p>
          <a:p>
            <a:pPr>
              <a:defRPr sz="1800"/>
            </a:pPr>
            <a:r>
              <a:t>3. 合同签订（1 周）</a:t>
            </a:r>
          </a:p>
          <a:p>
            <a:pPr>
              <a:defRPr sz="1800"/>
            </a:pPr>
            <a:r>
              <a:t>4. 设备部署（2 周）</a:t>
            </a:r>
          </a:p>
          <a:p>
            <a:pPr>
              <a:defRPr sz="1800"/>
            </a:pPr>
            <a:r>
              <a:t>5. 师资培训（1 周）</a:t>
            </a:r>
          </a:p>
          <a:p>
            <a:pPr>
              <a:defRPr sz="1800"/>
            </a:pPr>
            <a:r>
              <a:t>6. 正式运营（持续）</a:t>
            </a:r>
          </a:p>
          <a:p>
            <a:pPr>
              <a:defRPr sz="1800"/>
            </a:pPr>
            <a:r>
              <a:t>7. 持续服务（持续）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总周期：</a:t>
            </a:r>
          </a:p>
          <a:p>
            <a:pPr>
              <a:defRPr sz="1800"/>
            </a:pPr>
            <a:r>
              <a:t>   • 首校：6-8 周</a:t>
            </a:r>
          </a:p>
          <a:p>
            <a:pPr>
              <a:defRPr sz="1800"/>
            </a:pPr>
            <a:r>
              <a:t>   • 后续复制：4-6 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服务保障：全程护航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📚 培训服务：</a:t>
            </a:r>
          </a:p>
          <a:p>
            <a:pPr>
              <a:defRPr sz="1800"/>
            </a:pPr>
            <a:r>
              <a:t>   • 基础培训（1 天）：设备操作、平台使用</a:t>
            </a:r>
          </a:p>
          <a:p>
            <a:pPr>
              <a:defRPr sz="1800"/>
            </a:pPr>
            <a:r>
              <a:t>   • 教学培训（1-4 天）：VR 教学设计</a:t>
            </a:r>
          </a:p>
          <a:p>
            <a:pPr>
              <a:defRPr sz="1800"/>
            </a:pPr>
            <a:r>
              <a:t>   • 认证培训（5-10 天）：全面系统培训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🔧 运维服务：</a:t>
            </a:r>
          </a:p>
          <a:p>
            <a:pPr>
              <a:defRPr sz="1800"/>
            </a:pPr>
            <a:r>
              <a:t>   • 电话咨询：即时响应</a:t>
            </a:r>
          </a:p>
          <a:p>
            <a:pPr>
              <a:defRPr sz="1800"/>
            </a:pPr>
            <a:r>
              <a:t>   • 远程支持：≤30 分钟（80% 故障远程解决）</a:t>
            </a:r>
          </a:p>
          <a:p>
            <a:pPr>
              <a:defRPr sz="1800"/>
            </a:pPr>
            <a:r>
              <a:t>   • 现场服务：≤4 小时到达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📦 内容更新：</a:t>
            </a:r>
          </a:p>
          <a:p>
            <a:pPr>
              <a:defRPr sz="1800"/>
            </a:pPr>
            <a:r>
              <a:t>   • 月度常规更新</a:t>
            </a:r>
          </a:p>
          <a:p>
            <a:pPr>
              <a:defRPr sz="1800"/>
            </a:pPr>
            <a:r>
              <a:t>   • 季度大版本</a:t>
            </a:r>
          </a:p>
          <a:p>
            <a:pPr>
              <a:defRPr sz="1800"/>
            </a:pPr>
            <a:r>
              <a:t>   • 重大节日专题更新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排他性条款：锁定客户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📋 合同期限：3 年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🔒 排他范围：</a:t>
            </a:r>
          </a:p>
          <a:p>
            <a:pPr>
              <a:defRPr sz="1800"/>
            </a:pPr>
            <a:r>
              <a:t>   • 合作院校所在省份</a:t>
            </a:r>
          </a:p>
          <a:p>
            <a:pPr>
              <a:defRPr sz="1800"/>
            </a:pPr>
            <a:r>
              <a:t>   • 同类型 VR 思政产品独家合作</a:t>
            </a:r>
          </a:p>
          <a:p>
            <a:pPr>
              <a:defRPr sz="1800"/>
            </a:pPr>
            <a:r>
              <a:t>   • 竞品禁入条款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💰 续约优惠：</a:t>
            </a:r>
          </a:p>
          <a:p>
            <a:pPr>
              <a:defRPr sz="1800"/>
            </a:pPr>
            <a:r>
              <a:t>   • 连续订阅 3 年：第 4 年起 8 折优惠</a:t>
            </a:r>
          </a:p>
          <a:p>
            <a:pPr>
              <a:defRPr sz="1800"/>
            </a:pPr>
            <a:r>
              <a:t>   • 推荐新客户：订阅费减免 20%</a:t>
            </a:r>
          </a:p>
          <a:p>
            <a:pPr>
              <a:defRPr sz="1800"/>
            </a:pPr>
            <a:r>
              <a:t>   • 设备增购：订阅费打包优惠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联系我们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👤 项目负责人：[待填写]</a:t>
            </a:r>
          </a:p>
          <a:p>
            <a:pPr>
              <a:defRPr sz="1800"/>
            </a:pPr>
            <a:r>
              <a:t>📞 联系电话：[待填写]</a:t>
            </a:r>
          </a:p>
          <a:p>
            <a:pPr>
              <a:defRPr sz="1800"/>
            </a:pPr>
            <a:r>
              <a:t>📧 电子邮箱：[待填写]</a:t>
            </a:r>
          </a:p>
          <a:p>
            <a:pPr>
              <a:defRPr sz="1800"/>
            </a:pPr>
            <a:r>
              <a:t>🏢 公司地址：[待填写]</a:t>
            </a:r>
          </a:p>
          <a:p>
            <a:pPr>
              <a:defRPr sz="1800"/>
            </a:pPr>
            <a:r>
              <a:t>🌐 官方网站：[待填写]</a:t>
            </a:r>
          </a:p>
          <a:p>
            <a:pPr>
              <a:defRPr sz="1800"/>
            </a:pPr>
            <a:r>
              <a:t>💬 微信公众号：[待填写]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携手共建 思政 VR 新生态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期待与您合作！</a:t>
            </a:r>
          </a:p>
          <a:p/>
          <a:p>
            <a:r>
              <a:t>版本号：V2.0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